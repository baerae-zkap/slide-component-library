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Revenue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$1.2M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+23%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97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9728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3776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IR Components Library</dc:creator>
  <cp:lastModifiedBy>IR Components Library</cp:lastModifiedBy>
  <cp:revision>1</cp:revision>
  <dcterms:created xsi:type="dcterms:W3CDTF">2026-02-01T15:21:13Z</dcterms:created>
  <dcterms:modified xsi:type="dcterms:W3CDTF">2026-02-01T15:21:13Z</dcterms:modified>
</cp:coreProperties>
</file>